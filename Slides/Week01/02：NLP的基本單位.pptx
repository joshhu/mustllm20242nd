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1083" r:id="rId3"/>
    <p:sldId id="1084" r:id="rId4"/>
    <p:sldId id="1085" r:id="rId5"/>
    <p:sldId id="1086" r:id="rId6"/>
    <p:sldId id="1087" r:id="rId7"/>
    <p:sldId id="1089" r:id="rId8"/>
    <p:sldId id="1088" r:id="rId9"/>
    <p:sldId id="1122" r:id="rId10"/>
    <p:sldId id="1124" r:id="rId11"/>
    <p:sldId id="1123" r:id="rId12"/>
    <p:sldId id="1091" r:id="rId13"/>
    <p:sldId id="1090" r:id="rId14"/>
    <p:sldId id="1092" r:id="rId15"/>
    <p:sldId id="1093" r:id="rId16"/>
    <p:sldId id="1094" r:id="rId1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46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063FEA-A760-4B54-9DA9-8374087E77C1}" type="datetimeFigureOut">
              <a:rPr lang="zh-TW" altLang="en-US" smtClean="0"/>
              <a:t>2024/11/12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14EA99-9BE9-4CE5-978D-E20A5321B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8843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790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2654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993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4136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2748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7527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4283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26222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1774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9606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089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3D836B-B2EF-1883-EBBC-B994B275D0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94C257F-4323-F676-D7DF-3FE5EBE46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6B9E072-416D-E833-349D-98C300A06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5911-2E58-43BD-A4D9-048351808CE1}" type="datetimeFigureOut">
              <a:rPr lang="zh-TW" altLang="en-US" smtClean="0"/>
              <a:t>2024/11/12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0024669-49AC-3C15-CF1D-B7692FE39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9631B4-15ED-0685-B68B-CD92A6E3F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D582D-E9CC-41C3-B2F9-40D5DBB01F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0029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1DEAA4-8C5A-328D-C293-E921461AE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0959E0-CF25-9CD0-5535-D480E0F32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C5C63B-3611-BE04-55AE-B5E12258C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5911-2E58-43BD-A4D9-048351808CE1}" type="datetimeFigureOut">
              <a:rPr lang="zh-TW" altLang="en-US" smtClean="0"/>
              <a:t>2024/11/12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B3144B-F1CD-5320-2C4E-D2CBB6D9F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225B45-05B1-7F8C-9DE2-FD17E3086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D582D-E9CC-41C3-B2F9-40D5DBB01F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8279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3BCCB4-70D6-60A6-53AD-AEE50DF53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905A082-D255-B9DD-22DC-01125F701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224AC3-544E-66C4-8B94-44B74BB41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5911-2E58-43BD-A4D9-048351808CE1}" type="datetimeFigureOut">
              <a:rPr lang="zh-TW" altLang="en-US" smtClean="0"/>
              <a:t>2024/11/12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5B1B05-5A97-028B-6C5A-B3719660B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A02DB44-BB6F-F63C-B674-1CF89F81A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D582D-E9CC-41C3-B2F9-40D5DBB01F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609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1B566C-1F89-F0B0-3A7E-72282E430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9EEA5F-805C-60E5-EDBC-09D37938F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CFE7F67-DC23-BF4B-F765-4222C6E2D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2F98DFA-B74B-C9A0-367D-087D06BBB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5911-2E58-43BD-A4D9-048351808CE1}" type="datetimeFigureOut">
              <a:rPr lang="zh-TW" altLang="en-US" smtClean="0"/>
              <a:t>2024/11/12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B989833-5438-D54F-FE9C-39248513C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47FA0CB-998E-E44C-E059-D46EF7C21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D582D-E9CC-41C3-B2F9-40D5DBB01F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378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B2D7E4-B4F1-C814-7FFE-706E90845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F6000D8-BFD6-A271-6B4D-7F6333A5C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9E5B19A-3339-3CE4-04F0-9557533F3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8385A2B-362A-B4D7-BD1C-331063B265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6108DD3-51A9-3A5C-0AEF-2EB43C586E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7357395-99EC-5210-8C5B-56079DF5A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5911-2E58-43BD-A4D9-048351808CE1}" type="datetimeFigureOut">
              <a:rPr lang="zh-TW" altLang="en-US" smtClean="0"/>
              <a:t>2024/11/12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8B61C02-EA83-ED1C-AEF0-B21CFB701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7793EBF-BCD4-5B6A-F120-666F4476A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D582D-E9CC-41C3-B2F9-40D5DBB01F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7325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20C026-E1C0-4134-41C5-236910024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C379426-0130-78F0-059D-999177C36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5911-2E58-43BD-A4D9-048351808CE1}" type="datetimeFigureOut">
              <a:rPr lang="zh-TW" altLang="en-US" smtClean="0"/>
              <a:t>2024/11/12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74FDFBB-C9DC-AF6E-BCB0-A1FD90091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A0F231E-E4E1-9043-F6A2-5030D3552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D582D-E9CC-41C3-B2F9-40D5DBB01F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8178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CB23BBA-EBAC-5AE1-E0E1-687E7BD0F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5911-2E58-43BD-A4D9-048351808CE1}" type="datetimeFigureOut">
              <a:rPr lang="zh-TW" altLang="en-US" smtClean="0"/>
              <a:t>2024/11/12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6EEB29C-8B14-DE86-5962-191CE8EC6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970341-78BA-E33F-E3AE-BD02DD47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D582D-E9CC-41C3-B2F9-40D5DBB01F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765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A74C99-506E-933B-80A6-4FAD91D87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FF609E-A874-1F64-9A5B-60500B2C5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7E8B37B-F3B9-359E-400C-BCA79AAC6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22A7744-021C-0841-6A5E-3BF6A918D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5911-2E58-43BD-A4D9-048351808CE1}" type="datetimeFigureOut">
              <a:rPr lang="zh-TW" altLang="en-US" smtClean="0"/>
              <a:t>2024/11/12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F498AF7-9AA6-1F73-F640-C8312A4C2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3875E1D-D704-2891-AD79-D9580B2B7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D582D-E9CC-41C3-B2F9-40D5DBB01F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1922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EED470-ACC5-ADC7-A8A3-84CB1EB95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42B58AA-E5CD-DE56-472B-BAFF85E578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C8FFB95-FFDB-BAC2-B4D3-96BB9C1CC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38F1461-9A76-210A-F447-501DCE1C7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5911-2E58-43BD-A4D9-048351808CE1}" type="datetimeFigureOut">
              <a:rPr lang="zh-TW" altLang="en-US" smtClean="0"/>
              <a:t>2024/11/12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51494B7-5E53-1682-F44D-9E56E2C97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004EB9F-292C-3AD1-354A-B0049CA47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D582D-E9CC-41C3-B2F9-40D5DBB01F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8726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05BF08-862C-A06A-8DA5-CE0BCC7F9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0A053F5-1055-F922-9324-D2407BE20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82EA28B-9B4C-9A9F-CCBE-97C94EEBA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5911-2E58-43BD-A4D9-048351808CE1}" type="datetimeFigureOut">
              <a:rPr lang="zh-TW" altLang="en-US" smtClean="0"/>
              <a:t>2024/11/12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9B85D5-1CA0-9EE9-48E7-0CD9C43DA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C43673-18E2-ED9E-E503-6E8F8048C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D582D-E9CC-41C3-B2F9-40D5DBB01F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3981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A4056A6-5A4F-6972-AB82-FC2C82F398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DBAF6D6-0FBC-049E-06E6-2F6F7E1E1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62E931-9984-BE76-3B0D-C8A125C4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5911-2E58-43BD-A4D9-048351808CE1}" type="datetimeFigureOut">
              <a:rPr lang="zh-TW" altLang="en-US" smtClean="0"/>
              <a:t>2024/11/12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82F99C-997D-CF31-DFA0-FFCC0C18A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272F44-5A69-2595-E2C2-BB60EDDA5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D582D-E9CC-41C3-B2F9-40D5DBB01F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2869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title" hasCustomPrompt="1"/>
          </p:nvPr>
        </p:nvSpPr>
        <p:spPr>
          <a:xfrm>
            <a:off x="228602" y="3962400"/>
            <a:ext cx="8298485" cy="1066800"/>
          </a:xfrm>
        </p:spPr>
        <p:txBody>
          <a:bodyPr bIns="0"/>
          <a:lstStyle>
            <a:lvl1pPr algn="r" eaLnBrk="1" latinLnBrk="0" hangingPunct="1">
              <a:defRPr kumimoji="0" lang="en-US" dirty="0"/>
            </a:lvl1pPr>
            <a:extLst/>
          </a:lstStyle>
          <a:p>
            <a:r>
              <a:rPr kumimoji="0" lang="en-US" dirty="0"/>
              <a:t>Click to add photo album title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>
          <a:xfrm>
            <a:off x="453736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/>
            </a:pPr>
            <a:endParaRPr kumimoji="0" lang="en-US" sz="32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Rectangle 7"/>
          <p:cNvSpPr>
            <a:spLocks noGrp="1"/>
          </p:cNvSpPr>
          <p:nvPr>
            <p:ph type="body" sz="quarter" idx="10" hasCustomPrompt="1"/>
          </p:nvPr>
        </p:nvSpPr>
        <p:spPr>
          <a:xfrm>
            <a:off x="2133600" y="5133975"/>
            <a:ext cx="6386946" cy="1219200"/>
          </a:xfrm>
        </p:spPr>
        <p:txBody>
          <a:bodyPr vert="horz" tIns="0" anchor="t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sz="1800" b="0" i="0" cap="none" spc="0" baseline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zh-TW" altLang="en-US" sz="2400" b="0" i="0" dirty="0">
                <a:solidFill>
                  <a:srgbClr val="000000"/>
                </a:solidFill>
                <a:latin typeface="新細明體"/>
                <a:ea typeface="+mn-ea"/>
                <a:cs typeface="新細明體"/>
              </a:rPr>
              <a:t>按一下以新增日期及其他詳細資料</a:t>
            </a:r>
            <a:endParaRPr kumimoji="0" lang="en-US" dirty="0"/>
          </a:p>
        </p:txBody>
      </p:sp>
      <p:sp>
        <p:nvSpPr>
          <p:cNvPr id="27" name="Rectangle 6"/>
          <p:cNvSpPr>
            <a:spLocks noGrp="1"/>
          </p:cNvSpPr>
          <p:nvPr>
            <p:ph type="pic" sz="quarter" idx="11"/>
          </p:nvPr>
        </p:nvSpPr>
        <p:spPr>
          <a:xfrm>
            <a:off x="6096000" y="1600200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5"/>
          <p:cNvSpPr/>
          <p:nvPr userDrawn="1"/>
        </p:nvSpPr>
        <p:spPr>
          <a:xfrm>
            <a:off x="176844" y="186904"/>
            <a:ext cx="8763000" cy="6213896"/>
          </a:xfrm>
          <a:prstGeom prst="rect">
            <a:avLst/>
          </a:prstGeom>
          <a:noFill/>
          <a:ln w="9525" cap="rnd" cmpd="sng" algn="ctr">
            <a:solidFill>
              <a:schemeClr val="bg1">
                <a:tint val="85000"/>
              </a:schemeClr>
            </a:solidFill>
            <a:prstDash val="dash"/>
          </a:ln>
          <a:effectLst>
            <a:outerShdw blurRad="25400" dist="12700" dir="5400000" algn="tl" rotWithShape="0">
              <a:schemeClr val="bg1">
                <a:alpha val="60000"/>
              </a:scheme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n-US" sz="1800" dirty="0"/>
          </a:p>
        </p:txBody>
      </p:sp>
      <p:sp>
        <p:nvSpPr>
          <p:cNvPr id="11" name="Rectangle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11/12/2024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3" name="Rectangle 1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41970003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spect="1"/>
          </p:cNvSpPr>
          <p:nvPr>
            <p:ph type="pic" sz="quarter" idx="10"/>
          </p:nvPr>
        </p:nvSpPr>
        <p:spPr>
          <a:xfrm>
            <a:off x="914400" y="294590"/>
            <a:ext cx="7467600" cy="56007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en-US" i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019800"/>
            <a:ext cx="7467600" cy="38100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11/12/2024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65057107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Portrai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Grp="1"/>
          </p:cNvSpPr>
          <p:nvPr>
            <p:ph type="pic" sz="quarter" idx="10"/>
          </p:nvPr>
        </p:nvSpPr>
        <p:spPr>
          <a:xfrm>
            <a:off x="419376" y="233241"/>
            <a:ext cx="4640305" cy="61722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3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5257800" y="3048000"/>
            <a:ext cx="3505200" cy="3352800"/>
          </a:xfrm>
        </p:spPr>
        <p:txBody>
          <a:bodyPr tIns="91440" bIns="91440"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11/12/2024</a:t>
            </a:fld>
            <a:endParaRPr kumimoji="0"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82026522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ndscape (Fullsc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noFill/>
          <a:ln w="25400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>
              <a:buFontTx/>
              <a:buNone/>
            </a:pPr>
            <a:r>
              <a:rPr kumimoji="0" lang="en-US" i="0" dirty="0"/>
              <a:t>Click icon</a:t>
            </a:r>
            <a:r>
              <a:rPr kumimoji="0" lang="en-US" i="0" baseline="0" dirty="0"/>
              <a:t> to add </a:t>
            </a:r>
            <a:r>
              <a:rPr kumimoji="0" lang="en-US" i="0" dirty="0"/>
              <a:t>full page picture</a:t>
            </a:r>
            <a:endParaRPr kumimoji="0" lang="en-US" i="0" baseline="0" dirty="0"/>
          </a:p>
          <a:p>
            <a:pPr marL="0" marR="0" indent="0" algn="ctr">
              <a:buFontTx/>
              <a:buNone/>
            </a:pPr>
            <a:endParaRPr kumimoji="0" lang="en-US" i="0" dirty="0"/>
          </a:p>
          <a:p>
            <a:pPr algn="ctr">
              <a:buFontTx/>
              <a:buNone/>
            </a:pPr>
            <a:endParaRPr kumimoji="0" lang="en-US" i="0" dirty="0"/>
          </a:p>
          <a:p>
            <a:pPr algn="ctr">
              <a:buFontTx/>
              <a:buNone/>
            </a:pPr>
            <a:endParaRPr kumimoji="0" lang="en-US" i="0" dirty="0"/>
          </a:p>
        </p:txBody>
      </p:sp>
    </p:spTree>
    <p:extLst>
      <p:ext uri="{BB962C8B-B14F-4D97-AF65-F5344CB8AC3E}">
        <p14:creationId xmlns:p14="http://schemas.microsoft.com/office/powerpoint/2010/main" val="279415073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/>
          </p:cNvSpPr>
          <p:nvPr>
            <p:ph type="title" hasCustomPrompt="1"/>
          </p:nvPr>
        </p:nvSpPr>
        <p:spPr>
          <a:xfrm>
            <a:off x="752670" y="4572000"/>
            <a:ext cx="7781730" cy="990600"/>
          </a:xfrm>
        </p:spPr>
        <p:txBody>
          <a:bodyPr vert="horz" bIns="0" anchor="b" anchorCtr="0"/>
          <a:lstStyle>
            <a:lvl1pPr eaLnBrk="1" latinLnBrk="0" hangingPunct="1">
              <a:defRPr kumimoji="0" baseline="0"/>
            </a:lvl1pPr>
            <a:extLst/>
          </a:lstStyle>
          <a:p>
            <a:r>
              <a:rPr kumimoji="0" lang="en-US" dirty="0"/>
              <a:t>Click to add section title</a:t>
            </a:r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752670" y="5600700"/>
            <a:ext cx="7772400" cy="838200"/>
          </a:xfrm>
        </p:spPr>
        <p:txBody>
          <a:bodyPr vert="horz" tIns="0"/>
          <a:lstStyle>
            <a:lvl1pPr eaLnBrk="1" latinLnBrk="0" hangingPunct="1">
              <a:buFontTx/>
              <a:buNone/>
              <a:defRPr kumimoji="0" sz="1800"/>
            </a:lvl1pPr>
            <a:extLst/>
          </a:lstStyle>
          <a:p>
            <a:pPr lvl="0"/>
            <a:r>
              <a:rPr kumimoji="0" lang="en-US" dirty="0"/>
              <a:t>Click to add subtitle</a:t>
            </a:r>
          </a:p>
        </p:txBody>
      </p:sp>
      <p:sp>
        <p:nvSpPr>
          <p:cNvPr id="7" name="Rectangle 6"/>
          <p:cNvSpPr>
            <a:spLocks noGrp="1"/>
          </p:cNvSpPr>
          <p:nvPr>
            <p:ph type="pic" sz="quarter" idx="11"/>
          </p:nvPr>
        </p:nvSpPr>
        <p:spPr>
          <a:xfrm>
            <a:off x="786338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8" name="Rectangle 6"/>
          <p:cNvSpPr>
            <a:spLocks noGrp="1"/>
          </p:cNvSpPr>
          <p:nvPr>
            <p:ph type="pic" sz="quarter" idx="15"/>
          </p:nvPr>
        </p:nvSpPr>
        <p:spPr>
          <a:xfrm>
            <a:off x="3474604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" name="Rectangle 6"/>
          <p:cNvSpPr>
            <a:spLocks noGrp="1"/>
          </p:cNvSpPr>
          <p:nvPr>
            <p:ph type="pic" sz="quarter" idx="16"/>
          </p:nvPr>
        </p:nvSpPr>
        <p:spPr>
          <a:xfrm>
            <a:off x="6162870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11/12/2024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73760358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2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4722048" y="609602"/>
            <a:ext cx="3431353" cy="4575141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1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1066800" y="609600"/>
            <a:ext cx="3429000" cy="4572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" name="Rectangle 7"/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11/12/2024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51701744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Landscape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48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5" name="Rectangle 7"/>
          <p:cNvSpPr>
            <a:spLocks noGrp="1" noChangeAspect="1"/>
          </p:cNvSpPr>
          <p:nvPr>
            <p:ph type="pic" sz="quarter" idx="14"/>
          </p:nvPr>
        </p:nvSpPr>
        <p:spPr>
          <a:xfrm>
            <a:off x="457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7" hasCustomPrompt="1"/>
          </p:nvPr>
        </p:nvSpPr>
        <p:spPr>
          <a:xfrm>
            <a:off x="4648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11/12/2024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40434531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Mixed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141976" y="381000"/>
            <a:ext cx="3773424" cy="2830068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2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4152" y="381000"/>
            <a:ext cx="4462272" cy="5949696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1" name="Rectangle 7"/>
          <p:cNvSpPr>
            <a:spLocks noGrp="1"/>
          </p:cNvSpPr>
          <p:nvPr>
            <p:ph type="body" sz="quarter" idx="13" hasCustomPrompt="1"/>
          </p:nvPr>
        </p:nvSpPr>
        <p:spPr>
          <a:xfrm>
            <a:off x="5141977" y="3352800"/>
            <a:ext cx="3773425" cy="2971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11/12/2024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79099921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2286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32004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8"/>
          <p:cNvSpPr>
            <a:spLocks noGrp="1" noChangeAspect="1"/>
          </p:cNvSpPr>
          <p:nvPr>
            <p:ph type="pic" sz="quarter" idx="12"/>
          </p:nvPr>
        </p:nvSpPr>
        <p:spPr>
          <a:xfrm>
            <a:off x="61722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6"/>
          <p:cNvSpPr>
            <a:spLocks noGrp="1"/>
          </p:cNvSpPr>
          <p:nvPr>
            <p:ph type="body" sz="quarter" idx="14" hasCustomPrompt="1"/>
          </p:nvPr>
        </p:nvSpPr>
        <p:spPr>
          <a:xfrm>
            <a:off x="32004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4" name="Rectangle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11/12/2024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206302112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466344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5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720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63440" y="228600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4023360" cy="3017520"/>
          </a:xfrm>
        </p:spPr>
        <p:txBody>
          <a:bodyPr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11/12/2024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01794842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Mi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067300" y="3436620"/>
            <a:ext cx="3649900" cy="2889504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9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26720" y="384048"/>
            <a:ext cx="4457700" cy="5943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5067300" y="389334"/>
            <a:ext cx="3657600" cy="2887269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11/12/2024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206173437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7"/>
          <p:cNvSpPr>
            <a:spLocks noGrp="1"/>
          </p:cNvSpPr>
          <p:nvPr>
            <p:ph type="pic" sz="quarter" idx="14"/>
          </p:nvPr>
        </p:nvSpPr>
        <p:spPr>
          <a:xfrm>
            <a:off x="2229297" y="228600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" name="Rectangle 7"/>
          <p:cNvSpPr>
            <a:spLocks noGrp="1"/>
          </p:cNvSpPr>
          <p:nvPr>
            <p:ph type="pic" sz="quarter" idx="26"/>
          </p:nvPr>
        </p:nvSpPr>
        <p:spPr>
          <a:xfrm>
            <a:off x="22292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25"/>
          </p:nvPr>
        </p:nvSpPr>
        <p:spPr>
          <a:xfrm>
            <a:off x="4672217" y="228600"/>
            <a:ext cx="2286000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27"/>
          </p:nvPr>
        </p:nvSpPr>
        <p:spPr>
          <a:xfrm>
            <a:off x="46676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00497" y="1295400"/>
            <a:ext cx="1676400" cy="1905000"/>
          </a:xfrm>
        </p:spPr>
        <p:txBody>
          <a:bodyPr anchor="b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sz="16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7086600" y="1295400"/>
            <a:ext cx="1676400" cy="1905000"/>
          </a:xfrm>
        </p:spPr>
        <p:txBody>
          <a:bodyPr anchor="b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8" hasCustomPrompt="1"/>
          </p:nvPr>
        </p:nvSpPr>
        <p:spPr>
          <a:xfrm>
            <a:off x="400497" y="3352800"/>
            <a:ext cx="1676400" cy="1905000"/>
          </a:xfrm>
        </p:spPr>
        <p:txBody>
          <a:bodyPr anchor="t" anchorCtr="0"/>
          <a:lstStyle>
            <a:lvl1pPr marL="0" marR="0" indent="0" algn="r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3" name="Rectangle 7"/>
          <p:cNvSpPr>
            <a:spLocks noGrp="1"/>
          </p:cNvSpPr>
          <p:nvPr>
            <p:ph type="body" sz="quarter" idx="30" hasCustomPrompt="1"/>
          </p:nvPr>
        </p:nvSpPr>
        <p:spPr>
          <a:xfrm>
            <a:off x="7086600" y="3352800"/>
            <a:ext cx="16764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1" name="Rectangle 10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11/12/2024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5" name="Rectangle 14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965550553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pic" sz="quarter" idx="14"/>
          </p:nvPr>
        </p:nvSpPr>
        <p:spPr>
          <a:xfrm>
            <a:off x="926822" y="533400"/>
            <a:ext cx="3653297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9268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9" name="Rectangle 7"/>
          <p:cNvSpPr>
            <a:spLocks noGrp="1"/>
          </p:cNvSpPr>
          <p:nvPr>
            <p:ph type="pic" sz="quarter" idx="17"/>
          </p:nvPr>
        </p:nvSpPr>
        <p:spPr>
          <a:xfrm>
            <a:off x="4660621" y="5334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/>
          </p:cNvSpPr>
          <p:nvPr>
            <p:ph type="pic" sz="quarter" idx="18"/>
          </p:nvPr>
        </p:nvSpPr>
        <p:spPr>
          <a:xfrm>
            <a:off x="9268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4" name="Rectangle 7"/>
          <p:cNvSpPr>
            <a:spLocks noGrp="1"/>
          </p:cNvSpPr>
          <p:nvPr>
            <p:ph type="pic" sz="quarter" idx="19"/>
          </p:nvPr>
        </p:nvSpPr>
        <p:spPr>
          <a:xfrm>
            <a:off x="46606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2" hasCustomPrompt="1"/>
          </p:nvPr>
        </p:nvSpPr>
        <p:spPr>
          <a:xfrm>
            <a:off x="9268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8" name="Rectangle 7"/>
          <p:cNvSpPr>
            <a:spLocks noGrp="1"/>
          </p:cNvSpPr>
          <p:nvPr>
            <p:ph type="body" sz="quarter" idx="23" hasCustomPrompt="1"/>
          </p:nvPr>
        </p:nvSpPr>
        <p:spPr>
          <a:xfrm>
            <a:off x="46606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6" name="Rectangle 7"/>
          <p:cNvSpPr>
            <a:spLocks noGrp="1"/>
          </p:cNvSpPr>
          <p:nvPr>
            <p:ph type="body" sz="quarter" idx="24" hasCustomPrompt="1"/>
          </p:nvPr>
        </p:nvSpPr>
        <p:spPr>
          <a:xfrm>
            <a:off x="46606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11/12/2024</a:t>
            </a:fld>
            <a:endParaRPr kumimoji="0"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746040110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Portrait with Larg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152401" y="1524002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1"/>
          </p:nvPr>
        </p:nvSpPr>
        <p:spPr>
          <a:xfrm>
            <a:off x="4546601" y="1524002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7"/>
          <p:cNvSpPr>
            <a:spLocks noGrp="1"/>
          </p:cNvSpPr>
          <p:nvPr>
            <p:ph type="pic" sz="quarter" idx="30"/>
          </p:nvPr>
        </p:nvSpPr>
        <p:spPr>
          <a:xfrm>
            <a:off x="2349061" y="1524002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9" name="Rectangle 7"/>
          <p:cNvSpPr>
            <a:spLocks noGrp="1"/>
          </p:cNvSpPr>
          <p:nvPr>
            <p:ph type="pic" sz="quarter" idx="32"/>
          </p:nvPr>
        </p:nvSpPr>
        <p:spPr>
          <a:xfrm>
            <a:off x="6740167" y="1524002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152400" y="4495800"/>
            <a:ext cx="87630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sz="24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11/12/2024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725006293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: 1 Portrait with  3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685800" y="257665"/>
            <a:ext cx="4617720" cy="6172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7"/>
          <p:cNvSpPr>
            <a:spLocks noGrp="1" noChangeAspect="1"/>
          </p:cNvSpPr>
          <p:nvPr>
            <p:ph type="pic" sz="quarter" idx="18"/>
          </p:nvPr>
        </p:nvSpPr>
        <p:spPr>
          <a:xfrm>
            <a:off x="5788849" y="257665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 noChangeAspect="1"/>
          </p:cNvSpPr>
          <p:nvPr>
            <p:ph type="pic" sz="quarter" idx="22"/>
          </p:nvPr>
        </p:nvSpPr>
        <p:spPr>
          <a:xfrm>
            <a:off x="5788849" y="2432657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4" name="Rectangle 7"/>
          <p:cNvSpPr>
            <a:spLocks noGrp="1" noChangeAspect="1"/>
          </p:cNvSpPr>
          <p:nvPr>
            <p:ph type="pic" sz="quarter" idx="23"/>
          </p:nvPr>
        </p:nvSpPr>
        <p:spPr>
          <a:xfrm>
            <a:off x="5788849" y="4607649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11/12/2024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917005714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-up: 3 Landscape with 2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Grp="1"/>
          </p:cNvSpPr>
          <p:nvPr>
            <p:ph type="pic" sz="quarter" idx="14"/>
          </p:nvPr>
        </p:nvSpPr>
        <p:spPr>
          <a:xfrm>
            <a:off x="609600" y="34290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17"/>
          </p:nvPr>
        </p:nvSpPr>
        <p:spPr>
          <a:xfrm>
            <a:off x="3033848" y="228600"/>
            <a:ext cx="5562600" cy="4171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6"/>
          </p:nvPr>
        </p:nvSpPr>
        <p:spPr>
          <a:xfrm>
            <a:off x="609600" y="2286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27"/>
          </p:nvPr>
        </p:nvSpPr>
        <p:spPr>
          <a:xfrm>
            <a:off x="5943601" y="4495800"/>
            <a:ext cx="2666999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3" name="Rectangle 7"/>
          <p:cNvSpPr>
            <a:spLocks noGrp="1" noChangeAspect="1"/>
          </p:cNvSpPr>
          <p:nvPr>
            <p:ph type="pic" sz="quarter" idx="28"/>
          </p:nvPr>
        </p:nvSpPr>
        <p:spPr>
          <a:xfrm>
            <a:off x="3033849" y="4495800"/>
            <a:ext cx="2757352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11/12/2024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09348400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-Up: 3 Portrait with 2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Grp="1"/>
          </p:cNvSpPr>
          <p:nvPr>
            <p:ph type="pic" sz="quarter" idx="26"/>
          </p:nvPr>
        </p:nvSpPr>
        <p:spPr>
          <a:xfrm>
            <a:off x="5121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3" name="Rectangle 7"/>
          <p:cNvSpPr>
            <a:spLocks noGrp="1"/>
          </p:cNvSpPr>
          <p:nvPr>
            <p:ph type="pic" sz="quarter" idx="29"/>
          </p:nvPr>
        </p:nvSpPr>
        <p:spPr>
          <a:xfrm>
            <a:off x="51213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0"/>
          </p:nvPr>
        </p:nvSpPr>
        <p:spPr>
          <a:xfrm>
            <a:off x="471837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2" name="Rectangle 7"/>
          <p:cNvSpPr>
            <a:spLocks noGrp="1"/>
          </p:cNvSpPr>
          <p:nvPr>
            <p:ph type="pic" sz="quarter" idx="27"/>
          </p:nvPr>
        </p:nvSpPr>
        <p:spPr>
          <a:xfrm>
            <a:off x="32934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8"/>
          </p:nvPr>
        </p:nvSpPr>
        <p:spPr>
          <a:xfrm>
            <a:off x="60747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11/12/2024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781820894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3050274" y="16002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3048000" y="48768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11/12/2024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56473601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Squa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4955274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W¥ل云玗İαЂôÁûÂÚ丫:Pïçtúrê Plå¢éhõlðér 表¥鷗字㌍ 表_W 5"/>
          <p:cNvSpPr>
            <a:spLocks noGrp="1" noChangeAspect="1"/>
          </p:cNvSpPr>
          <p:nvPr>
            <p:ph type="pic" sz="quarter" idx="14"/>
          </p:nvPr>
        </p:nvSpPr>
        <p:spPr>
          <a:xfrm>
            <a:off x="1143001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W¥ل云玗İαЂÕØÚáÛ丫:Téxt Plàçèhòlðêr 表¥鷗字㌍_W 7"/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9" name="Rectangle 8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11/12/2024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91296355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¥ل云玗İαЂôÁûÂÚ丫:Pïçtúrê Plå¢éhõlðér 表¥鷗字㌍ 表_W 2"/>
          <p:cNvSpPr>
            <a:spLocks noGrp="1"/>
          </p:cNvSpPr>
          <p:nvPr>
            <p:ph type="pic" sz="quarter" idx="30"/>
          </p:nvPr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W¥ل云玗İαЂÕØÚáÛ丫:Téxt Plàçèhòlðêr 表¥鷗字㌍_W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876800"/>
            <a:ext cx="8229600" cy="14478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11/12/2024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77846319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latinLnBrk="0" hangingPunct="1"/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/>
          </a:p>
        </p:txBody>
      </p:sp>
      <p:sp>
        <p:nvSpPr>
          <p:cNvPr id="2" name="Rectangl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EC6F-6501-4E04-BD6C-A8A6CABB2C5B}" type="datetimeFigureOut">
              <a:rPr kumimoji="0" lang="en-US" smtClean="0"/>
              <a:pPr/>
              <a:t>11/12/2024</a:t>
            </a:fld>
            <a:endParaRPr kumimoji="0" lang="en-US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4299438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5122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F46446C-15B0-C3D1-07D5-3BE7E2D8D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5124626-F26D-5D31-D270-FAEC7B973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BAAAB6-0FBB-3CB4-B721-6C56D86F31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75911-2E58-43BD-A4D9-048351808CE1}" type="datetimeFigureOut">
              <a:rPr lang="zh-TW" altLang="en-US" smtClean="0"/>
              <a:t>2024/11/12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D3F092-C5FE-8B7C-8F4B-23A62ED825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4C834FB-C900-2FC5-2B34-5E385CAA19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D582D-E9CC-41C3-B2F9-40D5DBB01F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4881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>
                <a:lumMod val="75000"/>
                <a:lumOff val="25000"/>
              </a:schemeClr>
            </a:gs>
            <a:gs pos="100000">
              <a:srgbClr val="00000C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eaLnBrk="1" latinLnBrk="0" hangingPunct="1"/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Rectangle 5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29" name="Rectangle 3"/>
          <p:cNvSpPr>
            <a:spLocks noGrp="1"/>
          </p:cNvSpPr>
          <p:nvPr>
            <p:ph type="dt" sz="half" idx="2"/>
          </p:nvPr>
        </p:nvSpPr>
        <p:spPr>
          <a:xfrm>
            <a:off x="66675" y="6559362"/>
            <a:ext cx="2438400" cy="244475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11/12/2024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0" name="Rectangle 25"/>
          <p:cNvSpPr>
            <a:spLocks noGrp="1"/>
          </p:cNvSpPr>
          <p:nvPr>
            <p:ph type="ftr" sz="quarter" idx="3"/>
          </p:nvPr>
        </p:nvSpPr>
        <p:spPr>
          <a:xfrm>
            <a:off x="2995653" y="6558153"/>
            <a:ext cx="4648200" cy="2468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pPr algn="ctr"/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3" name="Rectangle 16"/>
          <p:cNvSpPr>
            <a:spLocks noGrp="1"/>
          </p:cNvSpPr>
          <p:nvPr>
            <p:ph type="sldNum" sz="quarter" idx="4"/>
          </p:nvPr>
        </p:nvSpPr>
        <p:spPr>
          <a:xfrm>
            <a:off x="8172450" y="6559362"/>
            <a:ext cx="914400" cy="244475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52694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ransition>
    <p:fade/>
  </p:transition>
  <p:txStyles>
    <p:titleStyle>
      <a:lvl1pPr algn="l" rtl="0" eaLnBrk="1" latinLnBrk="0" hangingPunct="1">
        <a:spcBef>
          <a:spcPct val="0"/>
        </a:spcBef>
        <a:buNone/>
        <a:defRPr kumimoji="0" sz="3200" cap="all" baseline="0">
          <a:solidFill>
            <a:schemeClr val="tx2"/>
          </a:solidFill>
          <a:effectLst>
            <a:outerShdw blurRad="51000" dist="370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  <a:extLst/>
    </p:titleStyle>
    <p:bodyStyle>
      <a:lvl1pPr marL="342900" indent="-342900" algn="l" rtl="0" eaLnBrk="1" latinLnBrk="0" hangingPunct="1">
        <a:spcBef>
          <a:spcPct val="20000"/>
        </a:spcBef>
        <a:buChar char="•"/>
        <a:defRPr kumimoji="0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har char="–"/>
        <a:defRPr kumimoji="0"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har char="–"/>
        <a:defRPr kumimoji="0"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har char="»"/>
        <a:defRPr kumimoji="0"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2209800" y="2971800"/>
            <a:ext cx="5029200" cy="990600"/>
          </a:xfrm>
        </p:spPr>
        <p:txBody>
          <a:bodyPr/>
          <a:lstStyle/>
          <a:p>
            <a:pPr algn="just"/>
            <a:r>
              <a:rPr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NLP</a:t>
            </a:r>
            <a:r>
              <a:rPr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的基本單位</a:t>
            </a:r>
            <a:endParaRPr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446833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C3C3EDC-493A-9558-D2FF-5CF0114FF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52" y="1828802"/>
            <a:ext cx="8607299" cy="4843463"/>
          </a:xfrm>
          <a:prstGeom prst="rect">
            <a:avLst/>
          </a:prstGeom>
        </p:spPr>
      </p:pic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3DC2B15F-CC3B-AA08-6BF6-DA94E1E3AC5B}"/>
              </a:ext>
            </a:extLst>
          </p:cNvPr>
          <p:cNvSpPr txBox="1">
            <a:spLocks/>
          </p:cNvSpPr>
          <p:nvPr/>
        </p:nvSpPr>
        <p:spPr>
          <a:xfrm>
            <a:off x="2590800" y="304800"/>
            <a:ext cx="60198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規則 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VS 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語料庫</a:t>
            </a:r>
          </a:p>
        </p:txBody>
      </p:sp>
    </p:spTree>
    <p:extLst>
      <p:ext uri="{BB962C8B-B14F-4D97-AF65-F5344CB8AC3E}">
        <p14:creationId xmlns:p14="http://schemas.microsoft.com/office/powerpoint/2010/main" val="274389664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72F7461-A9AF-B7A1-0721-E96424051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52" y="1752602"/>
            <a:ext cx="8607299" cy="4843463"/>
          </a:xfrm>
          <a:prstGeom prst="rect">
            <a:avLst/>
          </a:prstGeom>
        </p:spPr>
      </p:pic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617F63AC-8C82-4270-B812-07187F4CFC01}"/>
              </a:ext>
            </a:extLst>
          </p:cNvPr>
          <p:cNvSpPr txBox="1">
            <a:spLocks/>
          </p:cNvSpPr>
          <p:nvPr/>
        </p:nvSpPr>
        <p:spPr>
          <a:xfrm>
            <a:off x="1752600" y="304800"/>
            <a:ext cx="60198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WordNet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現有規則</a:t>
            </a:r>
          </a:p>
        </p:txBody>
      </p:sp>
    </p:spTree>
    <p:extLst>
      <p:ext uri="{BB962C8B-B14F-4D97-AF65-F5344CB8AC3E}">
        <p14:creationId xmlns:p14="http://schemas.microsoft.com/office/powerpoint/2010/main" val="244853709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7DD9F3B-B5E0-B487-1C02-1E89B6A74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408" y="1905000"/>
            <a:ext cx="7215187" cy="4790884"/>
          </a:xfrm>
          <a:prstGeom prst="rect">
            <a:avLst/>
          </a:prstGeom>
        </p:spPr>
      </p:pic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82D1B725-401B-AC4C-D905-4A61E6CDF71D}"/>
              </a:ext>
            </a:extLst>
          </p:cNvPr>
          <p:cNvSpPr txBox="1">
            <a:spLocks/>
          </p:cNvSpPr>
          <p:nvPr/>
        </p:nvSpPr>
        <p:spPr>
          <a:xfrm>
            <a:off x="1752600" y="304800"/>
            <a:ext cx="60198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WordNet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現有規則</a:t>
            </a:r>
          </a:p>
        </p:txBody>
      </p:sp>
    </p:spTree>
    <p:extLst>
      <p:ext uri="{BB962C8B-B14F-4D97-AF65-F5344CB8AC3E}">
        <p14:creationId xmlns:p14="http://schemas.microsoft.com/office/powerpoint/2010/main" val="210760619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09600" y="1447800"/>
            <a:ext cx="80772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在機器學習出現前，將文字轉換成電腦能看得懂的</a:t>
            </a:r>
            <a:r>
              <a:rPr kumimoji="1" lang="zh-TW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表徵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是首要問題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首先是</a:t>
            </a:r>
            <a:r>
              <a:rPr kumimoji="1" lang="en-US" altLang="zh-TW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ASCII Code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來表示英文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不同語言有不同方法，例如繁體中文使用</a:t>
            </a:r>
            <a:r>
              <a:rPr kumimoji="1" lang="en-US" altLang="zh-TW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BIG5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，就是兩個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ASCII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的組合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之後使用</a:t>
            </a:r>
            <a:r>
              <a:rPr kumimoji="1" lang="en-US" altLang="zh-TW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UNICOD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E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統一全世界的語言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但這些方式都只是能</a:t>
            </a:r>
            <a:r>
              <a:rPr kumimoji="1" lang="zh-TW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顯示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文字，而非</a:t>
            </a:r>
            <a:r>
              <a:rPr kumimoji="1" lang="zh-TW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處理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文字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這種方式稱</a:t>
            </a:r>
            <a:r>
              <a:rPr kumimoji="1" lang="en-US" altLang="zh-TW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Label Encoding</a:t>
            </a: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將一個基本文字單位</a:t>
            </a:r>
            <a:r>
              <a:rPr kumimoji="1" lang="zh-TW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對應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到一組編號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無意義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)</a:t>
            </a:r>
            <a:r>
              <a:rPr kumimoji="1" lang="zh-TW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標籤上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438400" y="202223"/>
            <a:ext cx="45720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在電腦中表示詞</a:t>
            </a:r>
          </a:p>
        </p:txBody>
      </p:sp>
    </p:spTree>
    <p:extLst>
      <p:ext uri="{BB962C8B-B14F-4D97-AF65-F5344CB8AC3E}">
        <p14:creationId xmlns:p14="http://schemas.microsoft.com/office/powerpoint/2010/main" val="206431321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85800" y="1513746"/>
            <a:ext cx="8077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之後常見於影像的深度學習，如物件辨識，「貓」是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0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，「狗」是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1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，「馬」是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2....</a:t>
            </a: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label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之間無特定關係，只是單純將物件轉成電腦中的數字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但用在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NLP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中，文字具有意義，數字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label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會有大小之分，如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K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比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S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小，但在某些象限中，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king &gt; servant</a:t>
            </a: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文字又可以排列組合產生新的意義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無法用數字表達文字之間的</a:t>
            </a:r>
            <a:r>
              <a:rPr kumimoji="1" lang="zh-TW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實際關係</a:t>
            </a:r>
            <a:endParaRPr kumimoji="1" lang="en-US" altLang="zh-TW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133600" y="304800"/>
            <a:ext cx="5410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Label Encoding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5607839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7ED37F2F-ABF3-7C4A-28F1-38D47002F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78" y="228600"/>
            <a:ext cx="8401844" cy="6461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672261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09600" y="1348800"/>
            <a:ext cx="80772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把文字轉換為向量表示法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所有文字的維度必須一樣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舉例來說，用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ASCII CODE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的話，「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DOG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」的向量表示法就是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(68, 79, 77)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但不同的字長，向量維度就不一樣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可以用各種數值作為向量值，如「詞頻」、「相似度」等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文字向量的建立，稱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embedding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。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需要手動建立向量的特徵，稱特徵工程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</a:t>
            </a:r>
            <a:r>
              <a:rPr kumimoji="1" lang="en-US" altLang="zh-TW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Feature Engineering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)</a:t>
            </a: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3048000" y="228600"/>
            <a:ext cx="39624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向量表示法</a:t>
            </a:r>
          </a:p>
        </p:txBody>
      </p:sp>
    </p:spTree>
    <p:extLst>
      <p:ext uri="{BB962C8B-B14F-4D97-AF65-F5344CB8AC3E}">
        <p14:creationId xmlns:p14="http://schemas.microsoft.com/office/powerpoint/2010/main" val="276521169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85800" y="1676402"/>
            <a:ext cx="80772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怎麼計算不同語言模型的機率？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計算每種排列組合出現的</a:t>
            </a:r>
            <a:r>
              <a:rPr kumimoji="1" lang="zh-TW" alt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次數</a:t>
            </a:r>
            <a:endParaRPr kumimoji="1" lang="en-US" altLang="zh-TW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在哪裏出現的次數呢？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語料庫</a:t>
            </a:r>
            <a:r>
              <a:rPr kumimoji="1" lang="en-US" altLang="zh-TW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(Corpus)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，儘可能收集人類有史以來說過所有的文字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語料庫是近代語言模型的最重大突破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可以讓你</a:t>
            </a:r>
            <a:r>
              <a:rPr kumimoji="1" lang="zh-TW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算出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字的出現的次數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稱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counted-based</a:t>
            </a: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970224" y="227448"/>
            <a:ext cx="4267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字頻的向量</a:t>
            </a:r>
          </a:p>
        </p:txBody>
      </p:sp>
    </p:spTree>
    <p:extLst>
      <p:ext uri="{BB962C8B-B14F-4D97-AF65-F5344CB8AC3E}">
        <p14:creationId xmlns:p14="http://schemas.microsoft.com/office/powerpoint/2010/main" val="1374665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85800" y="1465263"/>
            <a:ext cx="8077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一個語在整個文字語料庫中出現的次數作為向量一個特徵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1905000" y="228600"/>
            <a:ext cx="5410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用頻率來決定向量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904085B-5146-1CFB-213C-DF8CE2FF8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2" y="3124202"/>
            <a:ext cx="7334705" cy="340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60545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85800" y="1524000"/>
            <a:ext cx="8077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一個詞的意義由他的鄰居決定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鄰居是多遠？距離幾個字？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如果是用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bigram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，就只管旁邊的字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133600" y="304800"/>
            <a:ext cx="5410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Neighbor Based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14AFA5F-1C27-D928-B085-FC7C66B5D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3732478"/>
            <a:ext cx="7848600" cy="259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82121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85800" y="1465263"/>
            <a:ext cx="8077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一個詞被視為完全獨立於其它詞的向量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例如說字典中有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10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萬個字，就定義一個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10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萬維的向量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每個詞佔一個維度，稱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one-hot encoding</a:t>
            </a: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但還是無法表示詞之間的關聯</a:t>
            </a:r>
            <a:endParaRPr kumimoji="1" lang="en-US" altLang="zh-TW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1905000" y="228600"/>
            <a:ext cx="5410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用高維向量來表示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0076607-6691-29CF-0CDA-B59847DED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337" y="4463389"/>
            <a:ext cx="7566126" cy="2192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616493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85800" y="1524000"/>
            <a:ext cx="8077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維度太高，一個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20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萬字彙就是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20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萬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X20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萬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資料太稀疏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向量中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0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太多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)</a:t>
            </a: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很難計算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無法加新字，加新字整個向量要重新建構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希望建構一個</a:t>
            </a:r>
            <a:r>
              <a:rPr kumimoji="1" lang="zh-TW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低維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並且</a:t>
            </a:r>
            <a:r>
              <a:rPr kumimoji="1" lang="zh-TW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稠密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的向量，並且詞之間要有</a:t>
            </a:r>
            <a:r>
              <a:rPr kumimoji="1" lang="zh-TW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關聯</a:t>
            </a:r>
            <a:endParaRPr kumimoji="1" lang="en-US" altLang="zh-TW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133600" y="304800"/>
            <a:ext cx="5410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高維向量的問題</a:t>
            </a:r>
          </a:p>
        </p:txBody>
      </p:sp>
    </p:spTree>
    <p:extLst>
      <p:ext uri="{BB962C8B-B14F-4D97-AF65-F5344CB8AC3E}">
        <p14:creationId xmlns:p14="http://schemas.microsoft.com/office/powerpoint/2010/main" val="299545957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09600" y="1447802"/>
            <a:ext cx="8077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將高維向量用數學方法降維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如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SVD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、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PCA)</a:t>
            </a: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可視為一種壓縮方法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133600" y="304800"/>
            <a:ext cx="54102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低維稠密向量建構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0592D83-D9EA-87AC-9BE6-5250975F8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37644"/>
            <a:ext cx="7467600" cy="342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29415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533400" y="1447800"/>
            <a:ext cx="8077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使用神經網路及反向傳播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(1986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年提出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)</a:t>
            </a: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神經機率語言模型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(2000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年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Bengio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提出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)</a:t>
            </a: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NLP from scratch(2008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年提出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)</a:t>
            </a: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Word2vec(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Mikolov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2013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年提出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)</a:t>
            </a: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GloVe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(2014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年提出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)</a:t>
            </a:r>
          </a:p>
          <a:p>
            <a:pPr marL="361950" indent="-361950">
              <a:buFont typeface="Arial" panose="020B0604020202020204" pitchFamily="34" charset="0"/>
              <a:buChar char="•"/>
            </a:pP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61950" indent="-361950">
              <a:buFont typeface="Arial" panose="020B0604020202020204" pitchFamily="34" charset="0"/>
              <a:buChar char="•"/>
            </a:pPr>
            <a:endParaRPr kumimoji="1" lang="en-US" altLang="zh-TW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1066800" y="304800"/>
            <a:ext cx="71628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直接學一個低維稠密向量</a:t>
            </a:r>
          </a:p>
        </p:txBody>
      </p:sp>
    </p:spTree>
    <p:extLst>
      <p:ext uri="{BB962C8B-B14F-4D97-AF65-F5344CB8AC3E}">
        <p14:creationId xmlns:p14="http://schemas.microsoft.com/office/powerpoint/2010/main" val="2491464658"/>
      </p:ext>
    </p:extLst>
  </p:cSld>
  <p:clrMapOvr>
    <a:masterClrMapping/>
  </p:clrMapOvr>
  <p:transition>
    <p:fade/>
  </p:transition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古典相簿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70000"/>
                <a:satMod val="350000"/>
              </a:schemeClr>
            </a:gs>
          </a:gsLst>
          <a:path path="circle">
            <a:fillToRect l="51000" t="-20000" r="2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25000"/>
                <a:satMod val="350000"/>
              </a:schemeClr>
              <a:schemeClr val="phClr">
                <a:tint val="83000"/>
                <a:satMod val="115000"/>
              </a:schemeClr>
            </a:duotone>
          </a:blip>
          <a:tile tx="0" ty="0" sx="120000" sy="120000" flip="xy" algn="t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606</Words>
  <Application>Microsoft Office PowerPoint</Application>
  <PresentationFormat>如螢幕大小 (4:3)</PresentationFormat>
  <Paragraphs>71</Paragraphs>
  <Slides>15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15</vt:i4>
      </vt:variant>
    </vt:vector>
  </HeadingPairs>
  <TitlesOfParts>
    <vt:vector size="23" baseType="lpstr">
      <vt:lpstr>微軟正黑體</vt:lpstr>
      <vt:lpstr>新細明體</vt:lpstr>
      <vt:lpstr>Arial</vt:lpstr>
      <vt:lpstr>Calibri</vt:lpstr>
      <vt:lpstr>Calibri Light</vt:lpstr>
      <vt:lpstr>Century Schoolbook</vt:lpstr>
      <vt:lpstr>Office 佈景主題</vt:lpstr>
      <vt:lpstr>古典相簿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joshhu</dc:creator>
  <cp:lastModifiedBy>joshhu</cp:lastModifiedBy>
  <cp:revision>9</cp:revision>
  <dcterms:created xsi:type="dcterms:W3CDTF">2024-03-14T12:58:48Z</dcterms:created>
  <dcterms:modified xsi:type="dcterms:W3CDTF">2024-11-11T18:16:19Z</dcterms:modified>
</cp:coreProperties>
</file>