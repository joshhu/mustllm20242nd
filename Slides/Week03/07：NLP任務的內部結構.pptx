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681" r:id="rId3"/>
    <p:sldId id="1191" r:id="rId4"/>
    <p:sldId id="1219" r:id="rId5"/>
    <p:sldId id="1221" r:id="rId6"/>
    <p:sldId id="1241" r:id="rId7"/>
    <p:sldId id="1242" r:id="rId8"/>
    <p:sldId id="1220" r:id="rId9"/>
    <p:sldId id="1239" r:id="rId10"/>
    <p:sldId id="1240" r:id="rId11"/>
    <p:sldId id="1238" r:id="rId12"/>
    <p:sldId id="1222" r:id="rId13"/>
    <p:sldId id="1223" r:id="rId14"/>
    <p:sldId id="1224" r:id="rId15"/>
    <p:sldId id="1225" r:id="rId16"/>
    <p:sldId id="1243" r:id="rId17"/>
    <p:sldId id="1244" r:id="rId18"/>
    <p:sldId id="1226" r:id="rId19"/>
    <p:sldId id="1227" r:id="rId20"/>
    <p:sldId id="1228" r:id="rId21"/>
    <p:sldId id="1229" r:id="rId22"/>
    <p:sldId id="1230" r:id="rId23"/>
    <p:sldId id="1231" r:id="rId24"/>
    <p:sldId id="1232" r:id="rId25"/>
    <p:sldId id="1233" r:id="rId26"/>
    <p:sldId id="1234" r:id="rId27"/>
    <p:sldId id="1235" r:id="rId28"/>
    <p:sldId id="1236" r:id="rId29"/>
    <p:sldId id="1237" r:id="rId3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3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768FB-F680-46BA-8721-EBD5055783A4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8CA58-97E2-4032-9155-9CF05077AE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9120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9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015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657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956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95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074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60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644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068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09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49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194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84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58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69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EC97D-7CEC-0565-3385-5FA8FF5B8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86083F-23EA-C4BD-DBB8-243C8995A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713C15-B04E-E7E7-9BA1-0E91CD74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E1C5C0-286B-D64B-91D8-AAB70B27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44D2B2-E4E6-8B03-80D1-A5535D7F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40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984-C334-E462-2B2D-AD5DE561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75950D-08D0-D258-CC24-669A0C5A4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77CD2-B6BE-63BE-2739-3149F1E7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0A9720-E0C1-8D83-41C5-62C22B3B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D039A0-B5B0-6424-B117-F76F3AD8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859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AAAC0-7128-0280-3270-AAED4C9EA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4B7CB5F-FF88-3BF3-4236-B4B33F375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204D76-0106-399A-61C8-27F9ED6C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C56747-D1CF-4C80-8EA9-2C58A763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0C637D-6CE3-AA53-9722-0DD6D853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52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734993-ACE5-E9E0-75F9-08007F9F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9D959-FB6C-0216-B50E-43E4AE89F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39002C9-6E21-45B4-581B-2F91A6918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4F027E-483B-8811-BC96-5BB3095F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B0E0B1-19BB-EA2D-665D-4F6141139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8A60B6-F236-950A-32FD-700DDA23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350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4A89F-95F5-8046-2684-BBF918D6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7013EE-28FD-FF10-819E-A722D8079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BA2C2B-1FCA-C14C-2A92-C3327649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72FDD41-8918-67D4-A5C3-8924E23E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FB9DFE4-01F0-2104-7A41-56756DCC5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33AC674-36AF-EE25-25FA-C908717E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844F55-96B8-7BC2-1432-67655049A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8123375-F56F-A33E-47CC-24ADC33F5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462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F864C-F465-93BB-5D8E-25FE0EA7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9D0F97C-9A7A-DDA6-8809-A8291770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9B1B1DB-325D-31A5-17CB-C927CB6A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3FA847-6264-F9C0-A5C9-E72DAB5D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24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B0B4B1-E62A-A28C-8DE4-0FB2484D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5E70B0D-950C-060C-79D7-FF85C889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27049-E287-7BDC-B507-46D89293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705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BB9A2-B1A7-A035-D89E-E1940DF77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8423B8-76E4-2945-EED8-DD91E23E8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A1A381-7924-F922-964C-632DC796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5A2F6B-08AA-EE2D-2778-B73D21CA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5ABFC3-13AF-A711-4625-D37974A1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494330-C88C-310A-2DE4-CCD7C210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16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7EBA5-A6FF-2608-30D4-1911D09F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73FFB5D-A467-BF87-1753-5FD16C087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5530D0D-AD13-F6A3-AF34-D64F7C1E8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E36FF8-8384-D52E-ED01-A7C47396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9D4753-8D6F-097A-A1B3-0F923CF5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43AC74-24DF-0FE9-1C60-91DE6D71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9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4688D6-889F-E850-5768-8137C269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2B9479-818D-BDB7-5D6C-540A8972A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EC0640-01DE-EE27-EBF7-DC02935A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83E6E9-5C9A-2BA2-6950-793E346A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1DA59A-2BFC-2113-E079-F4E38289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55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5D0F9E8-3F1B-AC78-841F-DFAAC63FE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CF690E-77ED-98AE-0B03-61E584606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C11459-BEF6-E217-C339-E7739553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7DB773-79F4-A085-CAB1-9D74F5AE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B795B6-A991-4AFE-19C3-69CD995D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52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2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en-US" dirty="0"/>
            </a:lvl1pPr>
            <a:extLst/>
          </a:lstStyle>
          <a:p>
            <a:r>
              <a:rPr kumimoji="0"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800" b="0" i="0" cap="none" spc="0" baseline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zh-TW" altLang="en-US" sz="2400" b="0" i="0" dirty="0">
                <a:solidFill>
                  <a:srgbClr val="000000"/>
                </a:solidFill>
                <a:latin typeface="新細明體"/>
                <a:ea typeface="+mn-ea"/>
                <a:cs typeface="新細明體"/>
              </a:rPr>
              <a:t>按一下以新增日期及其他詳細資料</a:t>
            </a:r>
            <a:endParaRPr kumimoji="0" lang="en-US" dirty="0"/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en-US" sz="1800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51305283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2279964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6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4579439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en-US" i="0" dirty="0"/>
              <a:t>Click icon</a:t>
            </a:r>
            <a:r>
              <a:rPr kumimoji="0" lang="en-US" i="0" baseline="0" dirty="0"/>
              <a:t> to add </a:t>
            </a:r>
            <a:r>
              <a:rPr kumimoji="0" lang="en-US" i="0" dirty="0"/>
              <a:t>full page picture</a:t>
            </a:r>
            <a:endParaRPr kumimoji="0" lang="en-US" i="0" baseline="0" dirty="0"/>
          </a:p>
          <a:p>
            <a:pPr marL="0" marR="0" indent="0"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  <a:p>
            <a:pPr algn="ctr">
              <a:buFontTx/>
              <a:buNone/>
            </a:pPr>
            <a:endParaRPr kumimoji="0" lang="en-US" i="0" dirty="0"/>
          </a:p>
        </p:txBody>
      </p:sp>
    </p:spTree>
    <p:extLst>
      <p:ext uri="{BB962C8B-B14F-4D97-AF65-F5344CB8AC3E}">
        <p14:creationId xmlns:p14="http://schemas.microsoft.com/office/powerpoint/2010/main" val="369975478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baseline="0"/>
            </a:lvl1pPr>
            <a:extLst/>
          </a:lstStyle>
          <a:p>
            <a:r>
              <a:rPr kumimoji="0"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sz="1800"/>
            </a:lvl1pPr>
            <a:extLst/>
          </a:lstStyle>
          <a:p>
            <a:pPr lvl="0"/>
            <a:r>
              <a:rPr kumimoji="0"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3408067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8" y="609602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78426114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31309528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7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94272335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8363366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342900" marR="0" indent="-34290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8889916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4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3668009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8437140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2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sz="16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1401896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1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7" y="1524002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sz="2400" baseline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219001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9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9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9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665021576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1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9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1703884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72296009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4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25012765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4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1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44170044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0" algn="ctr" rtl="0" eaLnBrk="1" latinLnBrk="0" hangingPunct="1">
              <a:spcBef>
                <a:spcPct val="20000"/>
              </a:spcBef>
              <a:buFontTx/>
              <a:buNone/>
              <a:defRPr kumimoji="0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eaLnBrk="1" latinLnBrk="0" hangingPunct="1"/>
            <a:r>
              <a:rPr lang="zh-TW" altLang="en-US"/>
              <a:t>將圖片拖曳至版面配置區或按一下圖示以新增</a:t>
            </a:r>
            <a:endParaRPr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sz="1800" i="0"/>
            </a:lvl1pPr>
            <a:extLst/>
          </a:lstStyle>
          <a:p>
            <a:pPr lvl="0"/>
            <a:r>
              <a:rPr kumimoji="0"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5732225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kumimoji="0" lang="en-US" smtClean="0"/>
              <a:pPr/>
              <a:t>12/4/2024</a:t>
            </a:fld>
            <a:endParaRPr kumimoji="0"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998871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43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E49BA6-1863-6318-3524-AA71AB6C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83777B-E3A9-C40B-1660-ABD6A5E2B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7EA35-7F87-B26A-C805-4197A67EC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5B665-C8E0-4414-8FEF-82ED686654F1}" type="datetimeFigureOut">
              <a:rPr lang="zh-TW" altLang="en-US" smtClean="0"/>
              <a:t>2024/12/4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CC4D27-8734-5073-FF3D-7BCA84B5B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D3320D-5F43-5D8E-E87C-BF01E77E1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39CA-088B-4C35-A164-202C66A629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474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75000"/>
                <a:lumOff val="25000"/>
              </a:schemeClr>
            </a:gs>
            <a:gs pos="100000">
              <a:srgbClr val="00000C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2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en-US" sz="1200" smtClean="0">
                <a:solidFill>
                  <a:schemeClr val="tx2"/>
                </a:solidFill>
              </a:rPr>
              <a:pPr/>
              <a:t>12/4/2024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2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en-US" sz="1200" smtClean="0">
                <a:solidFill>
                  <a:schemeClr val="tx2"/>
                </a:solidFill>
              </a:rPr>
              <a:pPr algn="r"/>
              <a:t>‹#›</a:t>
            </a:fld>
            <a:endParaRPr kumimoji="0"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337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479272" y="2743200"/>
            <a:ext cx="79789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7. NLP</a:t>
            </a:r>
            <a:r>
              <a:rPr kumimoji="1" lang="zh-TW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任務的內部結構</a:t>
            </a:r>
            <a:endParaRPr kumimoji="1" lang="en-US" altLang="zh-TW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Arial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45C9D6-352D-804E-9494-A13395EEC5C6}"/>
              </a:ext>
            </a:extLst>
          </p:cNvPr>
          <p:cNvSpPr txBox="1"/>
          <p:nvPr/>
        </p:nvSpPr>
        <p:spPr>
          <a:xfrm>
            <a:off x="5638800" y="548640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講師：胡嘉璽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時間：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地點：明新科技大學</a:t>
            </a:r>
          </a:p>
        </p:txBody>
      </p:sp>
    </p:spTree>
    <p:extLst>
      <p:ext uri="{BB962C8B-B14F-4D97-AF65-F5344CB8AC3E}">
        <p14:creationId xmlns:p14="http://schemas.microsoft.com/office/powerpoint/2010/main" val="24617022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end-to-end pipeline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分詞預處理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高維向量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模型頭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模型頭之後的處理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7. NLP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任務的內部結構</a:t>
            </a:r>
          </a:p>
        </p:txBody>
      </p:sp>
    </p:spTree>
    <p:extLst>
      <p:ext uri="{BB962C8B-B14F-4D97-AF65-F5344CB8AC3E}">
        <p14:creationId xmlns:p14="http://schemas.microsoft.com/office/powerpoint/2010/main" val="142031292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end-to-end pipeline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BF7246-06C9-2E4E-D009-FC204940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2057400"/>
            <a:ext cx="8458200" cy="291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0703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93132D8-2709-055F-1EF3-B0CBE10E5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762000"/>
            <a:ext cx="9067800" cy="28307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F14BF32-EECD-9D0A-8555-7F5E0503F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72000"/>
            <a:ext cx="66960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721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訓練或微調用的文字資料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通常使用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CSV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JSON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TXT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格式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大部分情況不用自己找，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提供了大量的資料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中文少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函數庫也定義了處理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datasets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的各種函數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資料集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dataset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06625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4506111-C4B3-9C9F-4BF5-9B4C22BEC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5" y="1407564"/>
            <a:ext cx="8828690" cy="425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5294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最早是將句子拆為字母，雖然只有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65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個字母，但個句子會變的非常長，稱為字元型分詞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或是使用英文單字，雖然句子變短，但詞彙表會變的非常大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數十萬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英文的詞彙是無限大的，因此會有很多不在字彙表中的單字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(OOV)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稱為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word base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分詞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分詞預處理</a:t>
            </a:r>
          </a:p>
        </p:txBody>
      </p:sp>
    </p:spTree>
    <p:extLst>
      <p:ext uri="{BB962C8B-B14F-4D97-AF65-F5344CB8AC3E}">
        <p14:creationId xmlns:p14="http://schemas.microsoft.com/office/powerpoint/2010/main" val="171012057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Subword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分詞，將一個字拆成字根，並且將所有字用字根表示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Important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拆成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import, ant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常見的有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WordPiece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分詞預處理</a:t>
            </a:r>
          </a:p>
        </p:txBody>
      </p:sp>
    </p:spTree>
    <p:extLst>
      <p:ext uri="{BB962C8B-B14F-4D97-AF65-F5344CB8AC3E}">
        <p14:creationId xmlns:p14="http://schemas.microsoft.com/office/powerpoint/2010/main" val="16713157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57840A-A827-C977-0E8A-0FD35C24E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64" y="319056"/>
            <a:ext cx="7907983" cy="6310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43164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模型無法處理文字，第一步是將文字輸入轉換為模型理解的數字，使用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tokenizer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將輸入拆分為單詞、子單詞或符號（如標點符號），稱為標記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(token)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將每個標記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(token)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映射到一個整數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編號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添加可能對模型有用的其他輸入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預處理都要以模型預訓練時完全相同的方式完成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分詞預處理</a:t>
            </a:r>
          </a:p>
        </p:txBody>
      </p:sp>
    </p:spTree>
    <p:extLst>
      <p:ext uri="{BB962C8B-B14F-4D97-AF65-F5344CB8AC3E}">
        <p14:creationId xmlns:p14="http://schemas.microsoft.com/office/powerpoint/2010/main" val="193139547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首先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Hub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中下載這些設定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AutoTokenizer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類別及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from_pretrained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使用模型的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checkpoint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自動獲取與模型的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tokenizer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相關聯的資料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第一次運行時才會下載，之後存在電腦中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sentiment-analysis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管道的預設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checkpoint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distilbert-base-uncased-finetuned-sst-2-english</a:t>
            </a: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分詞預處理</a:t>
            </a:r>
          </a:p>
        </p:txBody>
      </p:sp>
    </p:spTree>
    <p:extLst>
      <p:ext uri="{BB962C8B-B14F-4D97-AF65-F5344CB8AC3E}">
        <p14:creationId xmlns:p14="http://schemas.microsoft.com/office/powerpoint/2010/main" val="159324936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3CA8A61-1957-60DC-0F1C-76C947A8B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581275"/>
            <a:ext cx="845820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2167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將模型要預測的句子傳給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tokenizer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進行分詞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將分詞的詞轉換成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這個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id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將對應到模型中的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embedding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分詞預處理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143D62B-48F8-D295-9124-79A32E762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451022"/>
            <a:ext cx="7620000" cy="182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2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6291E37-8BE7-2BEF-48C2-8C35A293D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460"/>
            <a:ext cx="9144000" cy="307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317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原意是一個設計出來的網路架構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但在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Huggingface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上，則包含了網路架構及預訓練出來的參數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小型語言模型時代還可以自己預訓練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LLM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時代沒有人有能力自己預訓練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通常下載別人的網路架構及權重參數進行微調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model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25501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57B723C-8D23-A19D-53F1-CEA5D3BA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969"/>
            <a:ext cx="9144000" cy="482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7997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tokenizer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一樣下載預訓練模型 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AutoModel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類別及</a:t>
            </a:r>
            <a:r>
              <a:rPr lang="en-US" altLang="zh-TW" sz="32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from_pretrained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實例化一個模型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下載模型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C86AE4B-0481-11DD-0BFC-436C20DA6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2" y="4424303"/>
            <a:ext cx="77628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59098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給定一些輸入，輸出內容隱藏狀態（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hidden states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）亦稱特徵（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features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對於每個模型輸入，獲得一組高維向量，表示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模型對該輸入的上下文理解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下載模型</a:t>
            </a:r>
          </a:p>
        </p:txBody>
      </p:sp>
    </p:spTree>
    <p:extLst>
      <p:ext uri="{BB962C8B-B14F-4D97-AF65-F5344CB8AC3E}">
        <p14:creationId xmlns:p14="http://schemas.microsoft.com/office/powerpoint/2010/main" val="51306076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85800" y="1828800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給定一些輸入，輸出內容隱藏狀態（雖然這些隱藏狀態本身可能很有用，但它們通常是模型另一部分（稱為頭部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(head)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）的輸入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以使用相同的體系結構執行不同的任務，但這些任務中的每個任務都有一個與之關聯的不同頭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使用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Head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連接在輸出</a:t>
            </a:r>
          </a:p>
        </p:txBody>
      </p:sp>
    </p:spTree>
    <p:extLst>
      <p:ext uri="{BB962C8B-B14F-4D97-AF65-F5344CB8AC3E}">
        <p14:creationId xmlns:p14="http://schemas.microsoft.com/office/powerpoint/2010/main" val="185390908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8413" y="1475653"/>
            <a:ext cx="8077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Transformers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模組的向量輸出通常較大它通常有三個維度：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zh-TW" alt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Batch size: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一次處理的序列總數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Sequence length: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序列的長度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Hidden size: 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每個模型輸入的向量維度，就是隱特徵，從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768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4096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都有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400" y="304800"/>
            <a:ext cx="6477000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高維向量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4EC3DB1-A673-BA36-F47B-BAA1508BB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730" y="5078145"/>
            <a:ext cx="4466503" cy="16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8186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98413" y="1475653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模型頭將隱藏狀態的高維向量作為輸入，並將其投影到不同的維度。它們通常由一個或幾個線性層組成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版面配置區 2"/>
          <p:cNvSpPr txBox="1">
            <a:spLocks/>
          </p:cNvSpPr>
          <p:nvPr/>
        </p:nvSpPr>
        <p:spPr>
          <a:xfrm>
            <a:off x="1295399" y="304800"/>
            <a:ext cx="6833301" cy="990600"/>
          </a:xfrm>
          <a:prstGeom prst="rect">
            <a:avLst/>
          </a:prstGeom>
        </p:spPr>
        <p:txBody>
          <a:bodyPr tIns="91440" bIns="91440" anchor="b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模型新接的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Head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是什麼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A43FFC1-0D18-CA98-F93D-EC9F9CF6E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399" y="3209742"/>
            <a:ext cx="7302588" cy="34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35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6353306-6999-01B3-2B13-BDE1B5E3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10" y="1153892"/>
            <a:ext cx="8488154" cy="494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8791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F2137EE-5495-3CA6-AE9E-E8775048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8" y="2203627"/>
            <a:ext cx="8727790" cy="261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0190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42EC6FA-74EE-AE56-BE62-FD6763DD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4" y="2331976"/>
            <a:ext cx="8469236" cy="23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9000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E2D4E8A-8E50-BD40-190C-AC17CE1C7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9984"/>
            <a:ext cx="9144000" cy="397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8134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1ADFB65-76C4-C3BB-1C4F-C06D8BD6A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9092"/>
            <a:ext cx="9144000" cy="35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19041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59EDE2C-EF24-52B4-EE50-021FC4C2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30"/>
            <a:ext cx="9144000" cy="29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09628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B1B8540-A99E-57C8-466C-08386934A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6791"/>
            <a:ext cx="9144000" cy="25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67385"/>
      </p:ext>
    </p:extLst>
  </p:cSld>
  <p:clrMapOvr>
    <a:masterClrMapping/>
  </p:clrMapOvr>
  <p:transition>
    <p:fade/>
  </p:transition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古典相簿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662</Words>
  <Application>Microsoft Office PowerPoint</Application>
  <PresentationFormat>如螢幕大小 (4:3)</PresentationFormat>
  <Paragraphs>81</Paragraphs>
  <Slides>28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28</vt:i4>
      </vt:variant>
    </vt:vector>
  </HeadingPairs>
  <TitlesOfParts>
    <vt:vector size="36" baseType="lpstr">
      <vt:lpstr>微軟正黑體</vt:lpstr>
      <vt:lpstr>新細明體</vt:lpstr>
      <vt:lpstr>Arial</vt:lpstr>
      <vt:lpstr>Calibri</vt:lpstr>
      <vt:lpstr>Calibri Light</vt:lpstr>
      <vt:lpstr>Century Schoolbook</vt:lpstr>
      <vt:lpstr>Office 佈景主題</vt:lpstr>
      <vt:lpstr>古典相簿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joshhu</dc:creator>
  <cp:lastModifiedBy>joshhu</cp:lastModifiedBy>
  <cp:revision>19</cp:revision>
  <dcterms:created xsi:type="dcterms:W3CDTF">2024-03-28T17:22:03Z</dcterms:created>
  <dcterms:modified xsi:type="dcterms:W3CDTF">2024-12-03T16:23:33Z</dcterms:modified>
</cp:coreProperties>
</file>